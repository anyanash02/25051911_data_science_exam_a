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Coffee Supply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Anya Nash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2026-06-18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5051911_Question_1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1193800"/>
            <a:ext cx="605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Cost Per 100g by Roast Type</a:t>
            </a:r>
          </a:p>
        </p:txBody>
      </p:sp>
      <p:pic>
        <p:nvPicPr>
          <p:cNvPr descr="25051911_Question_1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Rating by Roast Type</a:t>
            </a:r>
          </a:p>
        </p:txBody>
      </p:sp>
      <p:pic>
        <p:nvPicPr>
          <p:cNvPr descr="25051911_Question_1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Cost Per 100g by Country</a:t>
            </a:r>
          </a:p>
        </p:txBody>
      </p:sp>
      <p:pic>
        <p:nvPicPr>
          <p:cNvPr descr="25051911_Question_1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Average Rating by Country</a:t>
            </a:r>
          </a:p>
        </p:txBody>
      </p:sp>
      <p:pic>
        <p:nvPicPr>
          <p:cNvPr descr="25051911_Question_1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Roasters by Roast Type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6618971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37904"/>
                <a:gridCol w="1624312"/>
              </a:tblGrid>
              <a:tr h="4508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Roast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No_of_Roasters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</a:tr>
              <a:tr h="43656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Medium-Light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4132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136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4132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4132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Medium-Dark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4608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Dark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and Rating of Coffee Roasts</a:t>
            </a:r>
          </a:p>
        </p:txBody>
      </p:sp>
      <p:pic>
        <p:nvPicPr>
          <p:cNvPr descr="25051911_Question_1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193800"/>
            <a:ext cx="678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5051911_Question_1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1193800"/>
            <a:ext cx="605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Cheapest Roast by Roast Type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8415938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092589"/>
                <a:gridCol w="507992"/>
                <a:gridCol w="643425"/>
                <a:gridCol w="635463"/>
                <a:gridCol w="2448115"/>
                <a:gridCol w="1855258"/>
              </a:tblGrid>
              <a:tr h="3289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Roast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Rating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Name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Roaster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</a:tr>
              <a:tr h="31464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Dark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2.93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28.67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Pike’s Place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Starbucks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194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3.39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28.02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Panama La Mula Geisha Washed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GK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194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1.13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81.42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Espresso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Ba Yang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194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Medium-Dark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87.88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Hill's Bros.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2416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Medium-Light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552.94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Karen J Kona Red Bourbon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Hula Daddy Kona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Highest Rated Roast by Roast Type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4697558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938713"/>
                <a:gridCol w="487143"/>
                <a:gridCol w="564410"/>
                <a:gridCol w="508165"/>
                <a:gridCol w="2279840"/>
                <a:gridCol w="2226386"/>
              </a:tblGrid>
              <a:tr h="29845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Roast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Rating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Name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Roaster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</a:tr>
              <a:tr h="28416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Dark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8.50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11.06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Indonesia Sumatra Gayo Espresso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Simon Hsieh's Aroma Roast Coffees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92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16.15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6.01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Testi Ayla Double Ethiopia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Barrington Coffee Roasting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92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19.82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4.84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Kona Mocca®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Hula Daddy Kona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8892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Medium-Dark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7.79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12.32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Bull Demon King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Simon Hsieh Aroma Roast Coffees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9368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Medium-Light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28.27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3.47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GW01 Finca Sophia Olympus Geisha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GK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Valued Roast by Roast Type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66706735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092589"/>
                <a:gridCol w="507992"/>
                <a:gridCol w="643425"/>
                <a:gridCol w="635463"/>
                <a:gridCol w="2448115"/>
                <a:gridCol w="1855258"/>
              </a:tblGrid>
              <a:tr h="3289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Roast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Rating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Name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Roaster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</a:tr>
              <a:tr h="314643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Dark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2.93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28.67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Pike’s Place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Starbucks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194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3.39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28.02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Panama La Mula Geisha Washed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GK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194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1.13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81.42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Espresso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Ba Yang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194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Medium-Dark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87.88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Hill's Bros.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2416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Medium-Light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0.17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94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552.94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Karen J Kona Red Bourbon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Hula Daddy Kona Coffee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Valued Combination for Each Three-Roast Combination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59081393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944095"/>
                <a:gridCol w="753781"/>
                <a:gridCol w="1878420"/>
                <a:gridCol w="1878420"/>
                <a:gridCol w="1567276"/>
              </a:tblGrid>
              <a:tr h="28321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Roast_Combo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Avg_Value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Coffee_1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Coffee_2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Coffee_3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</a:tr>
              <a:tr h="26892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 + MD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240.75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Espresso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Karen J Kona Red Bourbon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368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MD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223.16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Pike’s Place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Karen J Kona Red Bourbon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368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 + MD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222.95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Panama La Mula Geisha Washed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Karen J Kona Red Bourbon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368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M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221.01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Pike’s Place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Espresso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Karen J Kona Red Bourbon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368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 + M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220.79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Panama La Mula Geisha Washed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Espresso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Karen J Kona Red Bourbon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368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L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203.21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Pike’s Place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Panama La Mula Geisha Washed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Karen J Kona Red Bourbon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368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M + MD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65.99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Pike’s Place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Espresso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368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 + M + MD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65.77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Panama La Mula Geisha Washed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Espresso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368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L + MD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48.19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Pike’s Place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Panama La Mula Geisha Washed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78448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L + 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46.04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Pike’s Place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Panama La Mula Geisha Washed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9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Espresso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Valued Combination for Each Same-Country Three-Roast Combination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69226880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71926"/>
                <a:gridCol w="703037"/>
                <a:gridCol w="623904"/>
                <a:gridCol w="1548021"/>
                <a:gridCol w="1498623"/>
                <a:gridCol w="1780125"/>
              </a:tblGrid>
              <a:tr h="2527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Roast_Combo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Country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Avg_Value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Coffee_1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Coffee_2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Coffee_3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61223B">
                        <a:alpha val="100000"/>
                      </a:srgbClr>
                    </a:solidFill>
                  </a:tcPr>
                </a:tc>
              </a:tr>
              <a:tr h="2384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 + M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Hawai'i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197.04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Ethiopia Yirgacheffe G1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Medium-Dark Roast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Karen J Kona Red Bourbon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 + MD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Hawai'i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195.66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Ethiopia Yirgacheffe G1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CBD Coffee Dark Roast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Karen J Kona Red Bourbon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 + MD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Hawai'i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190.78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Medium-Dark Roast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CBD Coffee Dark Roast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Karen J Kona Red Bourbon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M + MD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United States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58.54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Pike’s Place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Colombia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 + M + MD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United States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56.92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Look for the Helpers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Colombia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M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Taiwan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54.11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Indonesia Sumatra Gayo Espresso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Espresso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Taiwan Natural Alishan Zhuo-Wu Geisha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MD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United States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48.39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Pike’s Place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Elida Natural ASD (Panama)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L + MD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United States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46.79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Pike’s Place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Look for the Helpers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100% Guatemalan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432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L + 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Taiwan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40.17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Indonesia Sumatra Gayo Espresso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Panama La Mula Geisha Washed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Espresso Blend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479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D + L + ML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Taiwan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36.31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Indonesia Sumatra Gayo Espresso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Panama La Mula Geisha Washed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7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Arial"/>
                          <a:cs typeface="Arial"/>
                          <a:ea typeface="Arial"/>
                          <a:sym typeface="Arial"/>
                        </a:rPr>
                        <a:t>Taiwan Natural Alishan Zhuo-Wu Geisha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25051911_Question_1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1193800"/>
            <a:ext cx="605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just one type of coffee is to be stocked, I would recommend this coffee:</a:t>
            </a:r>
          </a:p>
          <a:p>
            <a:pPr lvl="0"/>
            <a:r>
              <a:rPr/>
              <a:t>Medium-Light roast: Karen J Kona Red Bourbon, roasted by Hula Daddy Kona Coffee</a:t>
            </a:r>
          </a:p>
          <a:p>
            <a:pPr lvl="0"/>
            <a:r>
              <a:rPr/>
              <a:t>It has the best value for money</a:t>
            </a:r>
          </a:p>
          <a:p>
            <a:pPr lvl="0"/>
            <a:r>
              <a:rPr/>
              <a:t>It is both inexpensive and highly rated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goal is to supply a range of coffee roasts, I would recommend the following combination:</a:t>
            </a:r>
          </a:p>
          <a:p>
            <a:pPr lvl="0"/>
            <a:r>
              <a:rPr/>
              <a:t>A medium roast: Espresso Blend</a:t>
            </a:r>
          </a:p>
          <a:p>
            <a:pPr lvl="0"/>
            <a:r>
              <a:rPr/>
              <a:t>A medium-dark roast: 100% Guatemalan</a:t>
            </a:r>
          </a:p>
          <a:p>
            <a:pPr lvl="0"/>
            <a:r>
              <a:rPr/>
              <a:t>And a medium-light roast: Karen J Kona Red Bourbon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goal is to supply a range of coffee roasts and there is an advantage from importing them all from the same country, I would recommend the following roasts from Hawai’i:</a:t>
            </a:r>
          </a:p>
          <a:p>
            <a:pPr lvl="0"/>
            <a:r>
              <a:rPr/>
              <a:t>Light roast: Ethiopia Yirgacheffe G1</a:t>
            </a:r>
          </a:p>
          <a:p>
            <a:pPr lvl="0"/>
            <a:r>
              <a:rPr/>
              <a:t>Medium roast: Medium-Dark Roast</a:t>
            </a:r>
          </a:p>
          <a:p>
            <a:pPr lvl="0"/>
            <a:r>
              <a:rPr/>
              <a:t>And medium-light roast: Karen J Kona Red Bourbon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Coffee Supply Analysis</dc:title>
  <dc:creator>Anya Nash</dc:creator>
  <cp:keywords/>
  <dcterms:created xsi:type="dcterms:W3CDTF">2026-06-18T21:02:37Z</dcterms:created>
  <dcterms:modified xsi:type="dcterms:W3CDTF">2026-06-18T21:02:37Z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2026-06-18</vt:lpwstr>
  </property>
  <property fmtid="{D5CDD505-2E9C-101B-9397-08002B2CF9AE}" pid="3" name="output">
    <vt:lpwstr>powerpoint_presentation</vt:lpwstr>
  </property>
</Properties>
</file>
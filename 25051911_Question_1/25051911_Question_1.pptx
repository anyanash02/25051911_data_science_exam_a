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package/2006/relationships/metadata/extended-properties" Target="docProps/app.xml"/>
<Relationship Id="rId4" Type="http://schemas.openxmlformats.org/officeDocument/2006/relationships/custom-properties" Target="docProps/custom.xml"/>
</Relationships>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2" Type="http://schemas.openxmlformats.org/officeDocument/2006/relationships/slide" Target="slides/slide1.xml"/>
<Relationship Id="rId3" Type="http://schemas.openxmlformats.org/officeDocument/2006/relationships/slide" Target="slides/slide2.xml"/>
<Relationship Id="rId4" Type="http://schemas.openxmlformats.org/officeDocument/2006/relationships/slide" Target="slides/slide3.xml"/>
<Relationship Id="rId5" Type="http://schemas.openxmlformats.org/officeDocument/2006/relationships/slide" Target="slides/slide4.xml"/>
<Relationship Id="rId6" Type="http://schemas.openxmlformats.org/officeDocument/2006/relationships/slide" Target="slides/slide5.xml"/>
<Relationship Id="rId7" Type="http://schemas.openxmlformats.org/officeDocument/2006/relationships/slide" Target="slides/slide6.xml"/>
<Relationship Id="rId8" Type="http://schemas.openxmlformats.org/officeDocument/2006/relationships/slide" Target="slides/slide7.xml"/>
<Relationship Id="rId9" Type="http://schemas.openxmlformats.org/officeDocument/2006/relationships/slide" Target="slides/slide8.xml"/>
<Relationship Id="rId10" Type="http://schemas.openxmlformats.org/officeDocument/2006/relationships/slide" Target="slides/slide9.xml"/>
<Relationship Id="rId11" Type="http://schemas.openxmlformats.org/officeDocument/2006/relationships/slide" Target="slides/slide10.xml"/>
<Relationship Id="rId12" Type="http://schemas.openxmlformats.org/officeDocument/2006/relationships/slide" Target="slides/slide11.xml"/>
<Relationship Id="rId13" Type="http://schemas.openxmlformats.org/officeDocument/2006/relationships/slide" Target="slides/slide12.xml"/>
<Relationship Id="rId14" Type="http://schemas.openxmlformats.org/officeDocument/2006/relationships/slide" Target="slides/slide13.xml"/>
<Relationship Id="rId16" Type="http://schemas.openxmlformats.org/officeDocument/2006/relationships/viewProps" Target="viewProps.xml"/>
<Relationship Id="rId15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18" Type="http://schemas.openxmlformats.org/officeDocument/2006/relationships/tableStyles" Target="tableStyles.xml"/>
<Relationship Id="rId17" Type="http://schemas.openxmlformats.org/officeDocument/2006/relationships/theme" Target="theme/them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image1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image2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image3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image4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image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Coffee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Anya Nash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Cost Per 100g by Roast Type</a:t>
            </a:r>
          </a:p>
        </p:txBody>
      </p:sp>
      <p:pic>
        <p:nvPicPr>
          <p:cNvPr descr="25051911_Question_1_files/figure-pptx/unnamed-chunk-2-1.png" id="3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Rating by Roast Type</a:t>
            </a:r>
          </a:p>
        </p:txBody>
      </p:sp>
      <p:pic>
        <p:nvPicPr>
          <p:cNvPr descr="25051911_Question_1_files/figure-pptx/unnamed-chunk-3-1.png" id="3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Cost Per 100g by Country</a:t>
            </a:r>
          </a:p>
        </p:txBody>
      </p:sp>
      <p:pic>
        <p:nvPicPr>
          <p:cNvPr descr="25051911_Question_1_files/figure-pptx/unnamed-chunk-4-1.png" id="3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Rating by Country</a:t>
            </a:r>
          </a:p>
        </p:txBody>
      </p:sp>
      <p:pic>
        <p:nvPicPr>
          <p:cNvPr descr="25051911_Question_1_files/figure-pptx/unnamed-chunk-5-1.png" id="3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 of Roasters by Roast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37904"/>
                <a:gridCol w="1624312"/>
              </a:tblGrid>
              <a:tr h="4508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No_of_Roasters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and Rating of Coffee Roasts</a:t>
            </a:r>
          </a:p>
        </p:txBody>
      </p:sp>
      <p:pic>
        <p:nvPicPr>
          <p:cNvPr descr="25051911_Question_1_files/figure-pptx/unnamed-chunk-7-1.png" id="3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Cheapest Roast by Roast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169527"/>
                <a:gridCol w="536213"/>
                <a:gridCol w="682933"/>
                <a:gridCol w="2638014"/>
                <a:gridCol w="1995752"/>
                <a:gridCol w="1160498"/>
                <a:gridCol w="674307"/>
              </a:tblGrid>
              <a:tr h="3441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32988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Starbucks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GK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Ba Yang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Hill's Bros.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940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Hula Daddy Kona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552.94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Highest Rated Roast by Roast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092589"/>
                <a:gridCol w="550705"/>
                <a:gridCol w="643425"/>
                <a:gridCol w="2701942"/>
                <a:gridCol w="2637797"/>
                <a:gridCol w="1084254"/>
                <a:gridCol w="575932"/>
              </a:tblGrid>
              <a:tr h="3289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31464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Indonesia Sumatra Gayo Espresso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Simon Hsieh's Aroma Roast Coffees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11.06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16.15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Testi Ayla Double Ethiopia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Barrington Coffee Roasting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19.82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Kona Mocca®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Hula Daddy Kona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Bull Demon King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Simon Hsieh Aroma Roast Coffees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12.32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16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GW01 Finca Sophia Olympus Geisha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GK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Valued Roast by Roast Type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169527"/>
                <a:gridCol w="536213"/>
                <a:gridCol w="682933"/>
                <a:gridCol w="2638014"/>
                <a:gridCol w="1995752"/>
                <a:gridCol w="1160498"/>
                <a:gridCol w="674307"/>
              </a:tblGrid>
              <a:tr h="3441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32988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Starbucks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GK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Ba Yang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Hill's Bros.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940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Hula Daddy Kona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552.94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Valued Roast by Roast Type in Africa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37904"/>
                <a:gridCol w="655875"/>
                <a:gridCol w="813881"/>
                <a:gridCol w="2069593"/>
                <a:gridCol w="2444814"/>
                <a:gridCol w="942282"/>
                <a:gridCol w="735138"/>
              </a:tblGrid>
              <a:tr h="4508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Kanyonyi Coffee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Gorilla Conservation Coffee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Uganda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23.23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Medium-Light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Kenya Karatu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Roadmap Coffeeworks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Kenya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Valued Combination for Each Three-Roast Combination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030180"/>
                <a:gridCol w="762103"/>
                <a:gridCol w="874965"/>
                <a:gridCol w="818720"/>
                <a:gridCol w="2068318"/>
                <a:gridCol w="2068318"/>
                <a:gridCol w="1722603"/>
              </a:tblGrid>
              <a:tr h="298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Roast_Combo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28416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240.75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223.16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222.95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221.01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220.79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203.21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65.99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65.77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48.19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68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46.04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Valued Combination for Each Same-Country Three-Roast Combination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58011"/>
                <a:gridCol w="779281"/>
                <a:gridCol w="643549"/>
                <a:gridCol w="733838"/>
                <a:gridCol w="688843"/>
                <a:gridCol w="1744977"/>
                <a:gridCol w="1688521"/>
                <a:gridCol w="2010238"/>
              </a:tblGrid>
              <a:tr h="2679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Roast_Combo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Avg_Cost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Avg_Value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Coffee_3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D0E31">
                        <a:alpha val="100000"/>
                      </a:srgbClr>
                    </a:solidFill>
                  </a:tcPr>
                </a:tc>
              </a:tr>
              <a:tr h="25368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3.82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197.04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Ethiopia Yirgacheffe G1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 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195.66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Ethiopia Yirgacheffe G1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CBD Coffee Dark 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Hawai'i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190.78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Medium-Dark 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CBD Coffee Dark Roast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Karen J Kona Red Bourbon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Colombia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 + M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Look for the Helpers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Colombia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54.11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Indonesia Sumatra Gayo Espresso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 Natural Alishan Zhuo-Wu Geisha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MD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48.39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Elida Natural ASD (Panama)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United States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87.33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46.79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Pike’s Place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Look for the Helpers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 Guatemalan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40.17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Indonesia Sumatra Gayo Espresso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Espresso Blend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320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+ L + ML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36.31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Indonesia Sumatra Gayo Espresso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Panama La Mula Geisha Washed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Taiwan Natural Alishan Zhuo-Wu Geisha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Coffee</dc:title>
  <dc:creator>Anya Nash</dc:creator>
  <cp:keywords/>
  <dcterms:created xsi:type="dcterms:W3CDTF">2026-06-17T16:24:40Z</dcterms:created>
  <dcterms:modified xsi:type="dcterms:W3CDTF">2026-06-17T18:24:40Z</dcterms:modified>
  <cp:lastModifiedB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2026-06-17</vt:lpwstr>
  </property>
  <property fmtid="{D5CDD505-2E9C-101B-9397-08002B2CF9AE}" pid="3" name="output">
    <vt:lpwstr/>
  </property>
</Properties>
</file>